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300" kern="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PROYECTO APT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Inteligente de Gestión,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D4E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Seguimiento Deportivo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 Sin Fronteras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Mathieu Guajardo  •  Darien Acevedo  •  Jared Catalan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de Trabajo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37160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1600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Mathieu Guajardo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1371600" y="237744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37160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Darien Acevedo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371600" y="3383280"/>
            <a:ext cx="64008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3611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Jared Catalan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Liga Sin Fronteras actualmente gestiona sus campeonatos de forma manual mediante planillas y registros independientes.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4708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84708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y duplicidad de información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4144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44144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Demoras en actualización de tablas y rankings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92608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3580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035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acceso a la información para jugadores y directivos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520440"/>
            <a:ext cx="82296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30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63016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índices de rendimiento y Fair Play automáticos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Solución: LigaPro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web Progressive Web App que centraliza y automatiza toda la gestión deportiva de la liga.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Administrativo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categorías, equipos y jugadores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42900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Simplificado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resultado, goles, tarjetas y faltas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4630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263640" y="17373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103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Tablas, rankings, Fair Play e índices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Automático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Grupos, horarios y clasificación a fases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 PWA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desde celular, tablet y PC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2834640"/>
            <a:ext cx="265176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263640" y="31089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4747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Disciplinarias y estadísticas automáticas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e implementar una plataforma web PWA que permita a la Liga Sin Fronteras gestionar de forma centralizada y automatizada categorías, equipos, jugadores, partidos, resultados, estadísticas e índices de rendimiento y Fair Play.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Específicos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Diseñar e implementar un modelo de datos escalable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633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Desarrollar panel administrativo con autenticación y carga Excel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298094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Automatizar tablas, rankings, índices y Fair Play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332841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Generar grupos, fixture, horarios y clasificación a fases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3675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Construir sitio público Mobile-First (PWA)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Aplicar pruebas de calidad y gestionar el proyecto con Scrum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73152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868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8686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solución de software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1430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la plataforma completa con buenas prácticas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73152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54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1554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modelos de datos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18288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e implementación de modelo escalable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240280"/>
            <a:ext cx="73152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40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proyectos informáticos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5146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y control con metodología Scrum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2926080"/>
            <a:ext cx="73152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926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de certificación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2004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productos y procesos de calidad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73152" cy="54864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6118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6118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soluciones sistémicas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3886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e integración de procesos de negocio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Intereses Profesionales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Nuestros intereses profesionales se orientan hacia el desarrollo de software web, la automatización de procesos y la gestión de proyectos tecnológicos.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Full-Stack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aplicaciones web modernas y Progressive Web Apps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55448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Automatización de procesos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Digitalizar y optimizar procesos manuales de organizaciones reales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datos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Generación de estadísticas, índices de rendimiento y reportes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834640"/>
            <a:ext cx="402336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063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proyectos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37760" y="3429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de metodologías ágiles (Scrum) en contextos reales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Metodología: Scrum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semanas  •  Entregas incrementales  •  Adaptación continua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Requerimientos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Backlog y priorización con la liga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Diseño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arquitectura y UI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6459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Desarrollo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2011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iterativos con MVP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Pruebas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Unitarias, integración y UAT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9184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Despliegue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Puesta en marcha y capacitación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26480" y="2743200"/>
            <a:ext cx="265176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3017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Cierre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3832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e informe final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Trabajo (16 semanas)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solidFill>
            <a:srgbClr val="1B4F7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80467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80467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91840" y="8046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principal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14300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2344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12344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2344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 + Modelo de datos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55448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645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011680" y="16459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6459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+ Auth + Categorías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196596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0574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011680" y="20574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5-6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0574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+ Jugadores + Excel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237744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4688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011680" y="2468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7-8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291840" y="246888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+ Tabla de posiciones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28803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4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011680" y="28803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9-10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91840" y="288036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Estadísticas + Índices + Fair Play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57200" y="320040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2918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011680" y="32918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11-12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29184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+ Clasificación a fases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" y="3611880"/>
            <a:ext cx="8229600" cy="4114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37033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6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011680" y="37033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13-14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291840" y="370332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público + PWA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solidFill>
            <a:srgbClr val="EEF2F7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1148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7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011680" y="4114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15-16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291840" y="4114800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+ Documentación + Entrega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|  Capstone - Ingeniería en Informática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241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2984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semanas (compatible con el semestre y 20 créditos)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89280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Tecnologías open source y de bajo costo (sin licencias caras)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7614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Facilitadores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03580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real (Liga Sin Fronteras) y experiencia previa del equipo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36301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y mitigación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39044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de la liga → reuniones programadas | Cambios de alcance → prioritización de backlog y MVP | Carga académica → distribución equitativa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F7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LigaPro  •  Mathieu Guajardo  •  Darien Acevedo  •  Jared Catalan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5C1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– Ingeniería en Informática  |  Duoc UC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Definición Proyecto APT - LigaPro</dc:title>
  <dc:subject>Capstone - Ingeniería en Informática</dc:subject>
  <dc:creator>Equipo LigaPro</dc:creator>
  <cp:lastModifiedBy>Equipo LigaPro</cp:lastModifiedBy>
  <cp:revision>1</cp:revision>
  <dcterms:created xsi:type="dcterms:W3CDTF">2026-09-02T03:38:39Z</dcterms:created>
  <dcterms:modified xsi:type="dcterms:W3CDTF">2026-09-02T03:38:39Z</dcterms:modified>
</cp:coreProperties>
</file>