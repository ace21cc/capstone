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PROYECTO APT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Inteligente de Gestión,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Seguimiento Deportivo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Sin Fronteras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 Guajardo  •  Darien Acevedo  •  Jared Catalan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|  Duoc UC – Sede Melipilla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es una plataforma web Progressive Web App (PWA) orientada a la gestión, análisis y seguimiento deportivo de la Liga Sin Fronteras.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645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centralizado de administración de categorías, equipos, jugadores, partidos y estadísticas.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Directiva, delegados, veedores y jugadores de la Liga Sin Fronteras.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directiva ingresa solo resultado, goles, tarjetas y faltas. El sistema automatiza el resto.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840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(Mobile-First), accesible desde computador, tablet y celular.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Problemática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Sin Fronteras gestiona actualmente sus campeonatos de forma manual mediante planillas y registros independientes.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duplicidad de información en planillas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la actualización de tablas y rankings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acceso a la información para jugadores y directivos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índices de rendimiento y Fair Play automáticos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94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de fixture, grupos y clasificación a fases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Objetivos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una plataforma web PWA que permita a la Liga Sin Fronteras gestionar de forma centralizada y automatizada categorías, equipos, jugadores, partidos, resultados, estadísticas e índices de rendimiento y Fair Play.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Diseñar e implementar un modelo de datos escalable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Desarrollar panel administrativo con autenticación y carga Excel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Automatizar tablas, rankings, índices y Fair Play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Generar grupos, fixture, horarios y clasificación a fases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Construir sitio público Mobile-First (PWA)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Aplicar pruebas de calidad y gestionar el proyecto con Scrum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Alcances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40233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Gestión de categorías, equipos y jugadores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Ingreso de resultados y automatizaciones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Tablas, rankings e índices de rendimiento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Fair Play y alertas disciplinarias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Generación de fixture y clasificación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Sitio público + PWA instalable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Panel administrativo con autenticación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987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 nativa (iOS / Android)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de pagos o inscripciones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Transmisión de partidos en vivo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 o mensajería interna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Integración con redes sociales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Módulo de árbitros avanzado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Multiligas o multi-organizaciones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Hitos (Etapas de Desarrollo)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04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804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8046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/ Entregable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+ Modelo de datos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45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1645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+ Auth + Categorías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0574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+ Jugadores + Excel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2468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2468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+ Tabla de posiciones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880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9-10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28803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+ Índices + Fair Play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11-12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3291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+ Clasificación a fases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19456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13-14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49040" y="3703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 + PWA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9456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15-16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49040" y="4114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Documentación + Entrega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78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978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una necesidad concreta de digitalización de la Liga Sin Fronteras.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18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Alineado al perfil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618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competencias de desarrollo, datos, gestión de proyectos y calidad.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258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semanas, tecnologías accesibles y cliente real disponible.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8986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trabajo manual, reduce errores y mejora la toma de decisiones.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profesional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538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el portafolio del equipo y la experiencia en proyectos reales.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LigaPro</dc:title>
  <dc:subject>Capstone - Ingeniería en Informática</dc:subject>
  <dc:creator>Equipo LigaPro</dc:creator>
  <cp:lastModifiedBy>Equipo LigaPro</cp:lastModifiedBy>
  <cp:revision>1</cp:revision>
  <dcterms:created xsi:type="dcterms:W3CDTF">2026-09-02T03:55:06Z</dcterms:created>
  <dcterms:modified xsi:type="dcterms:W3CDTF">2026-09-02T03:55:06Z</dcterms:modified>
</cp:coreProperties>
</file>